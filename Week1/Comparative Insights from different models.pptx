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Approaches to Python Codebase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Comparative Insights from Llama 3.3, Gemini 3, ChatGPT, and Claude</a:t>
            </a:r>
          </a:p>
          <a:p/>
          <a:p>
            <a:r>
              <a:t>A comprehensive guide to understanding new codebases through structured discovery, data modeling, and execution tracing.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GROQ (Llama 3.3) – The 8-Step Structured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Philosophy: A systematic, step-by-step discovery process to ensure thoroughness.</a:t>
            </a:r>
          </a:p>
          <a:p/>
          <a:p>
            <a:r>
              <a:t>• Familiarize with Structure: Identify source code, configuration, and test directories.</a:t>
            </a:r>
          </a:p>
          <a:p>
            <a:r>
              <a:t>• Assess Infrastructure: Identify external libraries and application entry points.</a:t>
            </a:r>
          </a:p>
          <a:p>
            <a:r>
              <a:t>• Review Organization: Analyze module structures and naming conventions.</a:t>
            </a:r>
          </a:p>
          <a:p>
            <a:r>
              <a:t>• Operational Health: Investigate testing frameworks and error handling.</a:t>
            </a:r>
          </a:p>
          <a:p>
            <a:r>
              <a:t>• Final Review: Check environment settings and prepare developer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3 – The Macro-to-Micro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Philosophy: Move from the big picture to specific logic.</a:t>
            </a:r>
          </a:p>
          <a:p/>
          <a:p>
            <a:r>
              <a:t>• Start with README.md and project structure.</a:t>
            </a:r>
          </a:p>
          <a:p>
            <a:r>
              <a:t>• Understand data models and schemas.</a:t>
            </a:r>
          </a:p>
          <a:p>
            <a:r>
              <a:t>• Read tests as living documentation.</a:t>
            </a:r>
          </a:p>
          <a:p>
            <a:r>
              <a:t>• Use debuggers and logs to trace execution.</a:t>
            </a:r>
          </a:p>
          <a:p>
            <a:r>
              <a:t>• Rubber Duck method to validate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ChatGPT – The Mental Model &amp; Happy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Philosophy: Build a conceptual mental map first.</a:t>
            </a:r>
          </a:p>
          <a:p/>
          <a:p>
            <a:r>
              <a:t>• Define the problem and user before reading code.</a:t>
            </a:r>
          </a:p>
          <a:p>
            <a:r>
              <a:t>• Locate entry points and core execution flow.</a:t>
            </a:r>
          </a:p>
          <a:p>
            <a:r>
              <a:t>• Trace the happy path before edge cases.</a:t>
            </a:r>
          </a:p>
          <a:p>
            <a:r>
              <a:t>• Track data flow through models and schemas.</a:t>
            </a:r>
          </a:p>
          <a:p>
            <a:r>
              <a:t>• Run with bad inputs to validate robustness.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– Narrative Execution &amp; Practical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Philosophy: Understand the application story.</a:t>
            </a:r>
          </a:p>
          <a:p/>
          <a:p>
            <a:r>
              <a:t>• Identify tech stack and module boundaries.</a:t>
            </a:r>
          </a:p>
          <a:p>
            <a:r>
              <a:t>• Follow a real use case end-to-end.</a:t>
            </a:r>
          </a:p>
          <a:p>
            <a:r>
              <a:t>• Recognize design patterns and structures.</a:t>
            </a:r>
          </a:p>
          <a:p>
            <a:r>
              <a:t>• Use non-linear code reading with IDE tools.</a:t>
            </a:r>
          </a:p>
          <a:p>
            <a:r>
              <a:t>• Leverage tests and diagrams for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